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07E6F">
              <a:alpha val="25000"/>
            </a:srgbClr>
          </a:solidFill>
          <a:ln w="12700">
            <a:solidFill>
              <a:srgbClr val="007E6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BFA6">
              <a:alpha val="15000"/>
            </a:srgbClr>
          </a:solidFill>
          <a:ln w="12700">
            <a:solidFill>
              <a:srgbClr val="00BF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37160" cy="4572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508760"/>
            <a:ext cx="347472" cy="1371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MediSure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Healthcare Assistant for Early Disease Guidance &amp; Triage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20040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Codex_alpha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 AI Build 1.0  |  AI/ML Track  |  AI for Builders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42062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4224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3,322+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4498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2062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224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₹1.15Cr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4498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42062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4224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4498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is broken for millions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Long Wait Times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wait hours or days before seeing a doctor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Doctor Shortage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1 doctor per 1,457 people (WHO standard: 1:1000)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Rural Inaccessibility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India lives in rural areas with limited medical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8803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😶  Symptom Unawareness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ignore early warning signs until it's too late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MediSure AI bridges this gap with accessible, intelligent healthcare guidance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MediSure AI — 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07E6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15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types: "Fever 3 days + cough + chest pain"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21762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47672" y="19202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21762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83864" y="19202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3864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18304" y="21762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0056" y="19202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0056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Medical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4496" y="21762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56248" y="19202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56248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90688" y="21762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2440" y="19202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0BFA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9244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Home Care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Risk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Clinic Visit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Risk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Emergency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 Students  •  Rural Population  •  Elderly  •  ASHA Workers  •  Clinics &amp; NGOs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Voice (Hindi + English)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+ NLP cleaning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Extraction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model identifies medical entities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 over WHO / MedFAQ KB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38728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739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 generates safe guidance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action + disclaimer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005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Mobile App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1005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03720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240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Gemini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03720" y="2240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03720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Pinecone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474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SymCAT + WHO Guidelines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3474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0372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Cloud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4663440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0BFA6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Privacy-first  •  No diagnosis claim  •  Hallucination guardrails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Novelty, Impact &amp; Scale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Hybrid GenAI + RAG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chatbot — verified medical knowledge 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Risk Triage Focus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 output: what to do next, not just diagnosis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Multilingual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+ regional language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Privacy-First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storage, no PII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lack easy healthcare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2920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non-emergency, can be triaged at home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56616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02920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guidance vs waiting at OPD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007E6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Mental Health  •  Chronic Disease  •  Medicine Reminders  •  Smart Hospital Integration  •  Govt Portals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7E6F">
              <a:alpha val="20000"/>
            </a:srgbClr>
          </a:solidFill>
          <a:ln w="12700">
            <a:solidFill>
              <a:srgbClr val="007E6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0BFA6">
              <a:alpha val="12000"/>
            </a:srgbClr>
          </a:solidFill>
          <a:ln w="12700">
            <a:solidFill>
              <a:srgbClr val="00BFA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MediSure AI — Building the Future of Accessible Healthcare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Codex_alpha  |  Ayush Kumar  |  OSC AI Build 1.0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Track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41148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Builders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41148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RAG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41148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41148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MediSure AI</dc:title>
  <dc:subject>PptxGenJS Presentation</dc:subject>
  <dc:creator>PptxGenJS</dc:creator>
  <cp:lastModifiedBy>PptxGenJS</cp:lastModifiedBy>
  <cp:revision>1</cp:revision>
  <dcterms:created xsi:type="dcterms:W3CDTF">2026-06-11T12:31:08Z</dcterms:created>
  <dcterms:modified xsi:type="dcterms:W3CDTF">2026-06-11T12:31:08Z</dcterms:modified>
</cp:coreProperties>
</file>